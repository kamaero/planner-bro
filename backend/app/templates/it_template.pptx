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</p:sldMasterIdLst>
  <p:notesMasterIdLst>
    <p:notesMasterId r:id="rId9"/>
  </p:notesMasterIdLst>
  <p:handoutMasterIdLst>
    <p:handoutMasterId r:id="rId10"/>
  </p:handoutMasterIdLst>
  <p:sldIdLst>
    <p:sldId id="262" r:id="rId6"/>
    <p:sldId id="257" r:id="rId7"/>
    <p:sldId id="261" r:id="rId8"/>
  </p:sldIdLst>
  <p:sldSz cx="9906000" cy="6858000" type="A4"/>
  <p:notesSz cx="7559675" cy="10691813"/>
  <p:defaultTextStyle>
    <a:defPPr>
      <a:defRPr lang="en-GB"/>
    </a:defPPr>
    <a:lvl1pPr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1pPr>
    <a:lvl2pPr marL="742950" indent="-28575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2pPr>
    <a:lvl3pPr marL="11430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3pPr>
    <a:lvl4pPr marL="16002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4pPr>
    <a:lvl5pPr marL="20574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anose="02020603050405020304" pitchFamily="18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0929"/>
  </p:normalViewPr>
  <p:slideViewPr>
    <p:cSldViewPr>
      <p:cViewPr varScale="1">
        <p:scale>
          <a:sx n="127" d="100"/>
          <a:sy n="127" d="100"/>
        </p:scale>
        <p:origin x="432" y="19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C921D31-AA1E-1559-06B0-43965791BB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76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5418E90-0808-BFEE-77D9-92D43BEBDAD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267200" y="0"/>
            <a:ext cx="3276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6EC2B63B-34CA-F955-A17E-DF5288C11F4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0134600"/>
            <a:ext cx="3276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E00518CA-EA44-4A93-465F-BDB789B675F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267200" y="10134600"/>
            <a:ext cx="3276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6D628C4-4720-B340-A9DD-BB7182A570D9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5F2EDC5B-6FEC-DE3B-7EE4-55A15555F275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4F39D18A-8BB2-17EA-6754-53DB48B4943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noProof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97CFB31-498A-AE99-121C-CA9F0C7C1037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cs typeface="Segoe U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EE3824DB-F97B-B091-4EAB-3E55D5B4D350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cs typeface="Segoe U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9328C01C-D1FE-C040-B56F-2DBD4693C0DE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cs typeface="Segoe U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3060816-D436-9FF1-1466-9303A2F5E2D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cs typeface="Segoe UI" panose="020B0502040204020203" pitchFamily="34" charset="0"/>
              </a:defRPr>
            </a:lvl1pPr>
          </a:lstStyle>
          <a:p>
            <a:fld id="{13AA69A6-AE70-2F42-9FC5-54DA2AA0BB7A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693B7383-55AB-4793-16C6-1234E3BEA9D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/>
            <a:fld id="{13E5F3FD-36AA-1745-B682-EA07A5973838}" type="slidenum">
              <a:rPr lang="ru-RU" altLang="ru-RU" sz="1400">
                <a:solidFill>
                  <a:srgbClr val="000000"/>
                </a:solidFill>
              </a:rPr>
              <a:pPr eaLnBrk="1"/>
              <a:t>2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345C7A65-157A-71B2-C28F-CC5D75CD12E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884238" y="812800"/>
            <a:ext cx="57912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827D66A2-4B4A-399E-D525-AF4BB6C9187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>
            <a:extLst>
              <a:ext uri="{FF2B5EF4-FFF2-40B4-BE49-F238E27FC236}">
                <a16:creationId xmlns:a16="http://schemas.microsoft.com/office/drawing/2014/main" id="{2166E386-E052-7340-B8AE-CCD7B40BAA7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/>
            <a:fld id="{15380854-D030-9E4B-BA51-C7B6D4E1A548}" type="slidenum">
              <a:rPr lang="ru-RU" altLang="ru-RU" sz="1400">
                <a:solidFill>
                  <a:srgbClr val="000000"/>
                </a:solidFill>
              </a:rPr>
              <a:pPr eaLnBrk="1"/>
              <a:t>3</a:t>
            </a:fld>
            <a:endParaRPr lang="ru-RU" altLang="ru-RU" sz="1400">
              <a:solidFill>
                <a:srgbClr val="000000"/>
              </a:solidFill>
            </a:endParaRPr>
          </a:p>
        </p:txBody>
      </p:sp>
      <p:sp>
        <p:nvSpPr>
          <p:cNvPr id="12291" name="Rectangle 1">
            <a:extLst>
              <a:ext uri="{FF2B5EF4-FFF2-40B4-BE49-F238E27FC236}">
                <a16:creationId xmlns:a16="http://schemas.microsoft.com/office/drawing/2014/main" id="{8B26FC55-1C43-A2EE-26BE-ED885321A3B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884238" y="812800"/>
            <a:ext cx="57912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8280A4CE-D534-D212-A7CD-8380552195A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1655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7040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7417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4963"/>
            <a:ext cx="43799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7613" y="1604963"/>
            <a:ext cx="43815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4385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7175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170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5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436681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6536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5498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3050"/>
            <a:ext cx="2227263" cy="530701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3050"/>
            <a:ext cx="6534150" cy="530701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35873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48F7C6A-AE45-AAF3-D946-E94588B9FA1C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6858000" y="6208713"/>
            <a:ext cx="241300" cy="2952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Stolzl" pitchFamily="50" charset="-52"/>
                <a:sym typeface="Stolzl" pitchFamily="50" charset="-52"/>
              </a:defRPr>
            </a:lvl1pPr>
          </a:lstStyle>
          <a:p>
            <a:fld id="{F7B64135-C95D-EA44-8627-F7BA64ABFC5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4546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00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72235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62726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4963"/>
            <a:ext cx="43799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7613" y="1604963"/>
            <a:ext cx="43815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7660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539993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81253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3418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51285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98339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30830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3050"/>
            <a:ext cx="2227263" cy="530701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3050"/>
            <a:ext cx="6534150" cy="530701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377863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778847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04231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084098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4963"/>
            <a:ext cx="43799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7613" y="1604963"/>
            <a:ext cx="43815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470670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872329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985460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400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5163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731086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348897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3050"/>
            <a:ext cx="2227263" cy="530701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3050"/>
            <a:ext cx="6534150" cy="530701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853956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74916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770830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5963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4963"/>
            <a:ext cx="43799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7613" y="1604963"/>
            <a:ext cx="43815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046877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31589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168293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6499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34637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68182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46241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3050"/>
            <a:ext cx="2227263" cy="530701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3050"/>
            <a:ext cx="6534150" cy="530701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65610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447961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639698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523734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4963"/>
            <a:ext cx="43799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27613" y="1604963"/>
            <a:ext cx="43815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289715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8737277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86485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6615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74574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3806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474327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3050"/>
            <a:ext cx="2227263" cy="530701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3050"/>
            <a:ext cx="6534150" cy="530701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931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AA30B11C-605E-FD3A-4010-E456291E9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282575"/>
            <a:ext cx="15192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2" hidden="1">
            <a:extLst>
              <a:ext uri="{FF2B5EF4-FFF2-40B4-BE49-F238E27FC236}">
                <a16:creationId xmlns:a16="http://schemas.microsoft.com/office/drawing/2014/main" id="{B9D202B5-FB7F-3884-E251-9FC7D7C46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4813"/>
            <a:ext cx="9906000" cy="107950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1027" name="Rectangle 3" hidden="1">
            <a:extLst>
              <a:ext uri="{FF2B5EF4-FFF2-40B4-BE49-F238E27FC236}">
                <a16:creationId xmlns:a16="http://schemas.microsoft.com/office/drawing/2014/main" id="{39B9AAD2-83CA-E9E7-875C-9C459D769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368300"/>
            <a:ext cx="1077913" cy="177800"/>
          </a:xfrm>
          <a:prstGeom prst="rect">
            <a:avLst/>
          </a:prstGeom>
          <a:solidFill>
            <a:srgbClr val="E7E6EB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604295EE-7916-C257-38E6-B391E4ED8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3050"/>
            <a:ext cx="8913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текста заглавия щёлкните мышью</a:t>
            </a: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A4F5EAE4-1677-9494-414B-03D3B37E3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3"/>
            <a:ext cx="8913813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структуры щёлкните мышью</a:t>
            </a:r>
          </a:p>
          <a:p>
            <a:pPr lvl="1"/>
            <a:r>
              <a:rPr lang="en-GB" altLang="ru-RU"/>
              <a:t>Второй уровень структуры</a:t>
            </a:r>
          </a:p>
          <a:p>
            <a:pPr lvl="2"/>
            <a:r>
              <a:rPr lang="en-GB" altLang="ru-RU"/>
              <a:t>Третий уровень структуры</a:t>
            </a:r>
          </a:p>
          <a:p>
            <a:pPr lvl="3"/>
            <a:r>
              <a:rPr lang="en-GB" altLang="ru-RU"/>
              <a:t>Четвёртый уровень структуры</a:t>
            </a:r>
          </a:p>
          <a:p>
            <a:pPr lvl="4"/>
            <a:r>
              <a:rPr lang="en-GB" altLang="ru-RU"/>
              <a:t>Пятый уровень структуры</a:t>
            </a:r>
          </a:p>
          <a:p>
            <a:pPr lvl="4"/>
            <a:r>
              <a:rPr lang="en-GB" altLang="ru-RU"/>
              <a:t>Шестой уровень структуры</a:t>
            </a:r>
          </a:p>
          <a:p>
            <a:pPr lvl="4"/>
            <a:r>
              <a:rPr lang="en-GB" alt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822" r:id="rId12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>
            <a:extLst>
              <a:ext uri="{FF2B5EF4-FFF2-40B4-BE49-F238E27FC236}">
                <a16:creationId xmlns:a16="http://schemas.microsoft.com/office/drawing/2014/main" id="{75E11369-3D86-9DDB-7DBE-8510429BC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282575"/>
            <a:ext cx="15192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EA3D3C09-90F3-2825-A135-3DBE8B090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4813"/>
            <a:ext cx="9906000" cy="107950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84C3A7A-D88B-2D50-43F0-552AFB67A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368300"/>
            <a:ext cx="1077913" cy="177800"/>
          </a:xfrm>
          <a:prstGeom prst="rect">
            <a:avLst/>
          </a:prstGeom>
          <a:solidFill>
            <a:srgbClr val="E7E6EB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D41DFF89-75AC-1E0D-EB2C-3F105CB86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3050"/>
            <a:ext cx="8913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текста заглавия щёлкните мышью</a:t>
            </a:r>
          </a:p>
        </p:txBody>
      </p:sp>
      <p:sp>
        <p:nvSpPr>
          <p:cNvPr id="2054" name="Rectangle 5">
            <a:extLst>
              <a:ext uri="{FF2B5EF4-FFF2-40B4-BE49-F238E27FC236}">
                <a16:creationId xmlns:a16="http://schemas.microsoft.com/office/drawing/2014/main" id="{038D64FB-6FFB-9DD1-882B-333222C31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3"/>
            <a:ext cx="8913813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28448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структуры щёлкните мышью</a:t>
            </a:r>
          </a:p>
          <a:p>
            <a:pPr lvl="1"/>
            <a:r>
              <a:rPr lang="en-GB" altLang="ru-RU"/>
              <a:t>Второй уровень структуры</a:t>
            </a:r>
          </a:p>
          <a:p>
            <a:pPr lvl="2"/>
            <a:r>
              <a:rPr lang="en-GB" altLang="ru-RU"/>
              <a:t>Третий уровень структуры</a:t>
            </a:r>
          </a:p>
          <a:p>
            <a:pPr lvl="3"/>
            <a:r>
              <a:rPr lang="en-GB" altLang="ru-RU"/>
              <a:t>Четвёртый уровень структуры</a:t>
            </a:r>
          </a:p>
          <a:p>
            <a:pPr lvl="4"/>
            <a:r>
              <a:rPr lang="en-GB" altLang="ru-RU"/>
              <a:t>Пятый уровень структуры</a:t>
            </a:r>
          </a:p>
          <a:p>
            <a:pPr lvl="4"/>
            <a:r>
              <a:rPr lang="en-GB" altLang="ru-RU"/>
              <a:t>Шестой уровень структуры</a:t>
            </a:r>
          </a:p>
          <a:p>
            <a:pPr lvl="4"/>
            <a:r>
              <a:rPr lang="en-GB" alt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>
            <a:extLst>
              <a:ext uri="{FF2B5EF4-FFF2-40B4-BE49-F238E27FC236}">
                <a16:creationId xmlns:a16="http://schemas.microsoft.com/office/drawing/2014/main" id="{F37490FC-5B06-AAC3-7E87-DB87F8EE7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282575"/>
            <a:ext cx="15192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2" hidden="1">
            <a:extLst>
              <a:ext uri="{FF2B5EF4-FFF2-40B4-BE49-F238E27FC236}">
                <a16:creationId xmlns:a16="http://schemas.microsoft.com/office/drawing/2014/main" id="{FBFC23CC-875B-E10E-104A-BC6C9B8B4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4813"/>
            <a:ext cx="9906000" cy="107950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075" name="Rectangle 3" hidden="1">
            <a:extLst>
              <a:ext uri="{FF2B5EF4-FFF2-40B4-BE49-F238E27FC236}">
                <a16:creationId xmlns:a16="http://schemas.microsoft.com/office/drawing/2014/main" id="{51DB8869-A263-E347-3F99-552BBB6A0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368300"/>
            <a:ext cx="1077913" cy="177800"/>
          </a:xfrm>
          <a:prstGeom prst="rect">
            <a:avLst/>
          </a:prstGeom>
          <a:solidFill>
            <a:srgbClr val="E7E6EB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3077" name="Picture 4">
            <a:extLst>
              <a:ext uri="{FF2B5EF4-FFF2-40B4-BE49-F238E27FC236}">
                <a16:creationId xmlns:a16="http://schemas.microsoft.com/office/drawing/2014/main" id="{13794D6F-A3A4-EB5D-175E-311403491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700" y="288925"/>
            <a:ext cx="13589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C9F1879A-444F-11AB-91B8-BC26D1C47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4813"/>
            <a:ext cx="9906000" cy="107950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3079" name="Picture 6">
            <a:extLst>
              <a:ext uri="{FF2B5EF4-FFF2-40B4-BE49-F238E27FC236}">
                <a16:creationId xmlns:a16="http://schemas.microsoft.com/office/drawing/2014/main" id="{056C7476-AFF3-1470-FBFF-E05A26AEB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309563"/>
            <a:ext cx="116046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080" name="Rectangle 7">
            <a:extLst>
              <a:ext uri="{FF2B5EF4-FFF2-40B4-BE49-F238E27FC236}">
                <a16:creationId xmlns:a16="http://schemas.microsoft.com/office/drawing/2014/main" id="{231A9A72-3D7F-7A9B-5470-AEB0F247A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3050"/>
            <a:ext cx="8913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текста заглавия щёлкните мышью</a:t>
            </a:r>
          </a:p>
        </p:txBody>
      </p:sp>
      <p:sp>
        <p:nvSpPr>
          <p:cNvPr id="3081" name="Rectangle 8">
            <a:extLst>
              <a:ext uri="{FF2B5EF4-FFF2-40B4-BE49-F238E27FC236}">
                <a16:creationId xmlns:a16="http://schemas.microsoft.com/office/drawing/2014/main" id="{BBABE417-1F99-DD47-ACA6-358B8B294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3"/>
            <a:ext cx="8913813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структуры щёлкните мышью</a:t>
            </a:r>
          </a:p>
          <a:p>
            <a:pPr lvl="1"/>
            <a:r>
              <a:rPr lang="en-GB" altLang="ru-RU"/>
              <a:t>Второй уровень структуры</a:t>
            </a:r>
          </a:p>
          <a:p>
            <a:pPr lvl="2"/>
            <a:r>
              <a:rPr lang="en-GB" altLang="ru-RU"/>
              <a:t>Третий уровень структуры</a:t>
            </a:r>
          </a:p>
          <a:p>
            <a:pPr lvl="3"/>
            <a:r>
              <a:rPr lang="en-GB" altLang="ru-RU"/>
              <a:t>Четвёртый уровень структуры</a:t>
            </a:r>
          </a:p>
          <a:p>
            <a:pPr lvl="4"/>
            <a:r>
              <a:rPr lang="en-GB" altLang="ru-RU"/>
              <a:t>Пятый уровень структуры</a:t>
            </a:r>
          </a:p>
          <a:p>
            <a:pPr lvl="4"/>
            <a:r>
              <a:rPr lang="en-GB" altLang="ru-RU"/>
              <a:t>Шестой уровень структуры</a:t>
            </a:r>
          </a:p>
          <a:p>
            <a:pPr lvl="4"/>
            <a:r>
              <a:rPr lang="en-GB" alt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>
            <a:extLst>
              <a:ext uri="{FF2B5EF4-FFF2-40B4-BE49-F238E27FC236}">
                <a16:creationId xmlns:a16="http://schemas.microsoft.com/office/drawing/2014/main" id="{AEDC6D17-EA63-5373-BFE6-FC99BA8CD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282575"/>
            <a:ext cx="15192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2" hidden="1">
            <a:extLst>
              <a:ext uri="{FF2B5EF4-FFF2-40B4-BE49-F238E27FC236}">
                <a16:creationId xmlns:a16="http://schemas.microsoft.com/office/drawing/2014/main" id="{D83F4FA6-371B-A804-E89A-AE5E83340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4813"/>
            <a:ext cx="9906000" cy="107950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099" name="Rectangle 3" hidden="1">
            <a:extLst>
              <a:ext uri="{FF2B5EF4-FFF2-40B4-BE49-F238E27FC236}">
                <a16:creationId xmlns:a16="http://schemas.microsoft.com/office/drawing/2014/main" id="{BCA4D9D4-5873-F213-9C19-A716B5BE0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368300"/>
            <a:ext cx="1077913" cy="177800"/>
          </a:xfrm>
          <a:prstGeom prst="rect">
            <a:avLst/>
          </a:prstGeom>
          <a:solidFill>
            <a:srgbClr val="E7E6EB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1CC8774-695E-E5B9-4523-4FB527C37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4813"/>
            <a:ext cx="9906000" cy="107950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C0976A1-2C43-057E-B173-D47EF2865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368300"/>
            <a:ext cx="1077913" cy="177800"/>
          </a:xfrm>
          <a:prstGeom prst="rect">
            <a:avLst/>
          </a:prstGeom>
          <a:solidFill>
            <a:srgbClr val="E7E6EB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4103" name="Picture 6">
            <a:extLst>
              <a:ext uri="{FF2B5EF4-FFF2-40B4-BE49-F238E27FC236}">
                <a16:creationId xmlns:a16="http://schemas.microsoft.com/office/drawing/2014/main" id="{6A900F74-029F-6E82-1072-E75C71E89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700" y="288925"/>
            <a:ext cx="13589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4104" name="Rectangle 7">
            <a:extLst>
              <a:ext uri="{FF2B5EF4-FFF2-40B4-BE49-F238E27FC236}">
                <a16:creationId xmlns:a16="http://schemas.microsoft.com/office/drawing/2014/main" id="{E522E695-2CFD-C77A-58BB-B79738434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3050"/>
            <a:ext cx="8913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текста заглавия щёлкните мышью</a:t>
            </a:r>
          </a:p>
        </p:txBody>
      </p:sp>
      <p:sp>
        <p:nvSpPr>
          <p:cNvPr id="4105" name="Rectangle 8">
            <a:extLst>
              <a:ext uri="{FF2B5EF4-FFF2-40B4-BE49-F238E27FC236}">
                <a16:creationId xmlns:a16="http://schemas.microsoft.com/office/drawing/2014/main" id="{3CE0080B-B11A-7698-90B5-87EECFB16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3"/>
            <a:ext cx="8913813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структуры щёлкните мышью</a:t>
            </a:r>
          </a:p>
          <a:p>
            <a:pPr lvl="1"/>
            <a:r>
              <a:rPr lang="en-GB" altLang="ru-RU"/>
              <a:t>Второй уровень структуры</a:t>
            </a:r>
          </a:p>
          <a:p>
            <a:pPr lvl="2"/>
            <a:r>
              <a:rPr lang="en-GB" altLang="ru-RU"/>
              <a:t>Третий уровень структуры</a:t>
            </a:r>
          </a:p>
          <a:p>
            <a:pPr lvl="3"/>
            <a:r>
              <a:rPr lang="en-GB" altLang="ru-RU"/>
              <a:t>Четвёртый уровень структуры</a:t>
            </a:r>
          </a:p>
          <a:p>
            <a:pPr lvl="4"/>
            <a:r>
              <a:rPr lang="en-GB" altLang="ru-RU"/>
              <a:t>Пятый уровень структуры</a:t>
            </a:r>
          </a:p>
          <a:p>
            <a:pPr lvl="4"/>
            <a:r>
              <a:rPr lang="en-GB" altLang="ru-RU"/>
              <a:t>Шестой уровень структуры</a:t>
            </a:r>
          </a:p>
          <a:p>
            <a:pPr lvl="4"/>
            <a:r>
              <a:rPr lang="en-GB" alt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">
            <a:extLst>
              <a:ext uri="{FF2B5EF4-FFF2-40B4-BE49-F238E27FC236}">
                <a16:creationId xmlns:a16="http://schemas.microsoft.com/office/drawing/2014/main" id="{6C520D27-45E7-2EDA-3C90-C69ADE85B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282575"/>
            <a:ext cx="15192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2" hidden="1">
            <a:extLst>
              <a:ext uri="{FF2B5EF4-FFF2-40B4-BE49-F238E27FC236}">
                <a16:creationId xmlns:a16="http://schemas.microsoft.com/office/drawing/2014/main" id="{C344D153-9A32-D78D-3D18-05DB6ED51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4813"/>
            <a:ext cx="9906000" cy="107950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5123" name="Rectangle 3" hidden="1">
            <a:extLst>
              <a:ext uri="{FF2B5EF4-FFF2-40B4-BE49-F238E27FC236}">
                <a16:creationId xmlns:a16="http://schemas.microsoft.com/office/drawing/2014/main" id="{7F0946C3-F9B9-784C-1429-F3C6F0CB7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368300"/>
            <a:ext cx="1077913" cy="177800"/>
          </a:xfrm>
          <a:prstGeom prst="rect">
            <a:avLst/>
          </a:prstGeom>
          <a:solidFill>
            <a:srgbClr val="E7E6EB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5125" name="Picture 4">
            <a:extLst>
              <a:ext uri="{FF2B5EF4-FFF2-40B4-BE49-F238E27FC236}">
                <a16:creationId xmlns:a16="http://schemas.microsoft.com/office/drawing/2014/main" id="{397A871F-EEA6-A3BD-ADB8-D547A6EDF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282575"/>
            <a:ext cx="15192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4ED412CF-248C-9CD1-B448-EA1C5872D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9575"/>
            <a:ext cx="9906000" cy="104775"/>
          </a:xfrm>
          <a:prstGeom prst="rect">
            <a:avLst/>
          </a:prstGeom>
          <a:solidFill>
            <a:srgbClr val="42424D"/>
          </a:solidFill>
          <a:ln w="126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5127" name="Picture 6">
            <a:extLst>
              <a:ext uri="{FF2B5EF4-FFF2-40B4-BE49-F238E27FC236}">
                <a16:creationId xmlns:a16="http://schemas.microsoft.com/office/drawing/2014/main" id="{19F130F0-1570-C353-0734-992EA6DE6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309563"/>
            <a:ext cx="116046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5128" name="Rectangle 7">
            <a:extLst>
              <a:ext uri="{FF2B5EF4-FFF2-40B4-BE49-F238E27FC236}">
                <a16:creationId xmlns:a16="http://schemas.microsoft.com/office/drawing/2014/main" id="{BC977B9A-39FB-DF02-9FC2-25C2C59FF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3050"/>
            <a:ext cx="8913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текста заглавия щёлкните мышью</a:t>
            </a:r>
          </a:p>
        </p:txBody>
      </p:sp>
      <p:sp>
        <p:nvSpPr>
          <p:cNvPr id="5129" name="Rectangle 8">
            <a:extLst>
              <a:ext uri="{FF2B5EF4-FFF2-40B4-BE49-F238E27FC236}">
                <a16:creationId xmlns:a16="http://schemas.microsoft.com/office/drawing/2014/main" id="{6B308B9C-B5FB-C6E1-0AAE-3ED3DA829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3"/>
            <a:ext cx="8913813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ru-RU"/>
              <a:t>Для правки структуры щёлкните мышью</a:t>
            </a:r>
          </a:p>
          <a:p>
            <a:pPr lvl="1"/>
            <a:r>
              <a:rPr lang="en-GB" altLang="ru-RU"/>
              <a:t>Второй уровень структуры</a:t>
            </a:r>
          </a:p>
          <a:p>
            <a:pPr lvl="2"/>
            <a:r>
              <a:rPr lang="en-GB" altLang="ru-RU"/>
              <a:t>Третий уровень структуры</a:t>
            </a:r>
          </a:p>
          <a:p>
            <a:pPr lvl="3"/>
            <a:r>
              <a:rPr lang="en-GB" altLang="ru-RU"/>
              <a:t>Четвёртый уровень структуры</a:t>
            </a:r>
          </a:p>
          <a:p>
            <a:pPr lvl="4"/>
            <a:r>
              <a:rPr lang="en-GB" altLang="ru-RU"/>
              <a:t>Пятый уровень структуры</a:t>
            </a:r>
          </a:p>
          <a:p>
            <a:pPr lvl="4"/>
            <a:r>
              <a:rPr lang="en-GB" altLang="ru-RU"/>
              <a:t>Шестой уровень структуры</a:t>
            </a:r>
          </a:p>
          <a:p>
            <a:pPr lvl="4"/>
            <a:r>
              <a:rPr lang="en-GB" altLang="ru-RU"/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Arial" charset="0"/>
          <a:ea typeface="Microsoft YaHei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ts val="14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ts val="11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8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5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 hangingPunct="0">
        <a:lnSpc>
          <a:spcPct val="93000"/>
        </a:lnSpc>
        <a:spcBef>
          <a:spcPts val="288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" descr="Picture 1">
            <a:extLst>
              <a:ext uri="{FF2B5EF4-FFF2-40B4-BE49-F238E27FC236}">
                <a16:creationId xmlns:a16="http://schemas.microsoft.com/office/drawing/2014/main" id="{77E30937-F7A2-1CF3-D36E-61F2A5A87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175" y="-1588"/>
            <a:ext cx="863123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7171" name="Text Box 5">
            <a:extLst>
              <a:ext uri="{FF2B5EF4-FFF2-40B4-BE49-F238E27FC236}">
                <a16:creationId xmlns:a16="http://schemas.microsoft.com/office/drawing/2014/main" id="{AFD425E4-750B-56DB-F261-5DED7AC8B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4465638"/>
            <a:ext cx="487203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7419" tIns="37419" rIns="37419" bIns="37419" anchor="ctr">
            <a:spAutoFit/>
          </a:bodyPr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ru-RU" altLang="ru-RU" sz="2000" b="1">
                <a:solidFill>
                  <a:srgbClr val="000000"/>
                </a:solidFill>
                <a:latin typeface="Arial" panose="020B0604020202020204" pitchFamily="34" charset="0"/>
              </a:rPr>
              <a:t>Название доклада </a:t>
            </a:r>
          </a:p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ru-RU" altLang="ru-RU" sz="2000" b="1">
                <a:solidFill>
                  <a:srgbClr val="000000"/>
                </a:solidFill>
                <a:latin typeface="Arial" panose="020B0604020202020204" pitchFamily="34" charset="0"/>
              </a:rPr>
              <a:t>(Шрифт </a:t>
            </a:r>
            <a:r>
              <a:rPr lang="en-US" altLang="ru-RU" sz="2000" b="1">
                <a:solidFill>
                  <a:srgbClr val="000000"/>
                </a:solidFill>
                <a:latin typeface="Arial" panose="020B0604020202020204" pitchFamily="34" charset="0"/>
              </a:rPr>
              <a:t>Arial 18-20 </a:t>
            </a:r>
            <a:r>
              <a:rPr lang="ru-RU" altLang="ru-RU" sz="2000" b="1">
                <a:solidFill>
                  <a:srgbClr val="000000"/>
                </a:solidFill>
                <a:latin typeface="Arial" panose="020B0604020202020204" pitchFamily="34" charset="0"/>
              </a:rPr>
              <a:t>полужирный</a:t>
            </a:r>
            <a:r>
              <a:rPr lang="en-US" altLang="ru-RU" sz="2000" b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ru-RU" altLang="ru-RU" sz="2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0" name="Text Box 5">
            <a:extLst>
              <a:ext uri="{FF2B5EF4-FFF2-40B4-BE49-F238E27FC236}">
                <a16:creationId xmlns:a16="http://schemas.microsoft.com/office/drawing/2014/main" id="{600C3326-CB57-197A-736B-365CE6971D5B}"/>
              </a:ext>
            </a:extLst>
          </p:cNvPr>
          <p:cNvSpPr txBox="1"/>
          <p:nvPr/>
        </p:nvSpPr>
        <p:spPr>
          <a:xfrm>
            <a:off x="488950" y="6092825"/>
            <a:ext cx="1225550" cy="276225"/>
          </a:xfrm>
          <a:prstGeom prst="rect">
            <a:avLst/>
          </a:prstGeom>
          <a:ln w="12700">
            <a:miter lim="400000"/>
          </a:ln>
          <a:extLst>
            <a:ext uri="{C572A759-6A51-4108-AA02-DFA0A04FC94B}"/>
          </a:extLst>
        </p:spPr>
        <p:txBody>
          <a:bodyPr lIns="37419" tIns="37419" rIns="37419" bIns="37419" anchor="ctr">
            <a:spAutoFit/>
          </a:bodyPr>
          <a:lstStyle>
            <a:lvl1pPr eaLnBrk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defTabSz="914400" eaLnBrk="1"/>
            <a:r>
              <a:rPr lang="ru-RU" altLang="ru-RU" sz="1400">
                <a:solidFill>
                  <a:srgbClr val="212121"/>
                </a:solidFill>
                <a:latin typeface="Arial" panose="020B0604020202020204" pitchFamily="34" charset="0"/>
                <a:cs typeface="Calibri Light" panose="020F0302020204030204" pitchFamily="34" charset="0"/>
                <a:sym typeface="Calibri Light" panose="020F0302020204030204" pitchFamily="34" charset="0"/>
              </a:rPr>
              <a:t>Дата</a:t>
            </a:r>
          </a:p>
        </p:txBody>
      </p:sp>
      <p:pic>
        <p:nvPicPr>
          <p:cNvPr id="7173" name="Рисунок 18" descr="Logo 100.wmf">
            <a:extLst>
              <a:ext uri="{FF2B5EF4-FFF2-40B4-BE49-F238E27FC236}">
                <a16:creationId xmlns:a16="http://schemas.microsoft.com/office/drawing/2014/main" id="{6ADF917A-4AB4-289C-C736-1E2885B3F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04813"/>
            <a:ext cx="43926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AutoShape 7">
            <a:extLst>
              <a:ext uri="{FF2B5EF4-FFF2-40B4-BE49-F238E27FC236}">
                <a16:creationId xmlns:a16="http://schemas.microsoft.com/office/drawing/2014/main" id="{1CEB706E-A702-9E67-37BF-602CB3C9E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5157788"/>
            <a:ext cx="3471863" cy="86042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00"/>
              <a:gd name="T16" fmla="*/ 0 h 21600"/>
              <a:gd name="T17" fmla="*/ 2160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endParaRPr lang="ru-RU" altLang="ru-RU" sz="1400">
              <a:solidFill>
                <a:srgbClr val="000000"/>
              </a:solidFill>
            </a:endParaRPr>
          </a:p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ru-RU" altLang="ru-RU" sz="1800">
                <a:solidFill>
                  <a:srgbClr val="000000"/>
                </a:solidFill>
                <a:latin typeface="Arial" panose="020B0604020202020204" pitchFamily="34" charset="0"/>
              </a:rPr>
              <a:t>Докладчик</a:t>
            </a:r>
          </a:p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ru-RU" altLang="ru-RU" sz="1800">
                <a:solidFill>
                  <a:srgbClr val="000000"/>
                </a:solidFill>
                <a:latin typeface="Arial" panose="020B0604020202020204" pitchFamily="34" charset="0"/>
              </a:rPr>
              <a:t>(Шрифт </a:t>
            </a:r>
            <a:r>
              <a:rPr lang="en-US" altLang="ru-RU" sz="1800">
                <a:solidFill>
                  <a:srgbClr val="000000"/>
                </a:solidFill>
                <a:latin typeface="Arial" panose="020B0604020202020204" pitchFamily="34" charset="0"/>
              </a:rPr>
              <a:t>Arial 18-20</a:t>
            </a:r>
            <a:r>
              <a:rPr lang="ru-RU" altLang="ru-RU" sz="18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2A51F0D-3B08-C697-1BE2-AF8A3895E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5913" y="6442075"/>
            <a:ext cx="5651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45720" tIns="45000" rIns="45720" bIns="45000" anchor="ctr"/>
          <a:lstStyle>
            <a:lvl1pPr eaLnBrk="0"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r" eaLnBrk="1">
              <a:lnSpc>
                <a:spcPct val="100000"/>
              </a:lnSpc>
            </a:pPr>
            <a:fld id="{9B1F0E89-B20D-484D-8903-92FA0CABBE6E}" type="slidenum">
              <a:rPr lang="ru-RU" altLang="ru-RU" sz="1000">
                <a:solidFill>
                  <a:srgbClr val="888888"/>
                </a:solidFill>
                <a:latin typeface="Calibri" panose="020F0502020204030204" pitchFamily="34" charset="0"/>
              </a:rPr>
              <a:pPr algn="r" eaLnBrk="1">
                <a:lnSpc>
                  <a:spcPct val="100000"/>
                </a:lnSpc>
              </a:pPr>
              <a:t>2</a:t>
            </a:fld>
            <a:endParaRPr lang="ru-RU" altLang="ru-RU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95360E8-4BD1-B7DA-23B4-ED92762D8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333375"/>
            <a:ext cx="5903912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5450" algn="l"/>
                <a:tab pos="855663" algn="l"/>
                <a:tab pos="1285875" algn="l"/>
                <a:tab pos="1716088" algn="l"/>
                <a:tab pos="2146300" algn="l"/>
                <a:tab pos="2576513" algn="l"/>
                <a:tab pos="3006725" algn="l"/>
                <a:tab pos="3436938" algn="l"/>
                <a:tab pos="3867150" algn="l"/>
                <a:tab pos="4297363" algn="l"/>
                <a:tab pos="4727575" algn="l"/>
                <a:tab pos="5157788" algn="l"/>
                <a:tab pos="5588000" algn="l"/>
                <a:tab pos="6018213" algn="l"/>
                <a:tab pos="6448425" algn="l"/>
                <a:tab pos="6878638" algn="l"/>
                <a:tab pos="7308850" algn="l"/>
                <a:tab pos="7739063" algn="l"/>
                <a:tab pos="8169275" algn="l"/>
                <a:tab pos="8599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ru-RU" altLang="ru-RU" sz="1800" b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ЗАГОЛОВОК (ШРИФТ</a:t>
            </a:r>
            <a:r>
              <a:rPr lang="en-US" altLang="ru-RU" sz="1800" b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ARIAL 18-20 </a:t>
            </a:r>
            <a:r>
              <a:rPr lang="ru-RU" altLang="ru-RU" sz="1800" b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ПОЛУЖИРНЫЙ)</a:t>
            </a:r>
            <a:r>
              <a:rPr lang="en-US" altLang="ru-RU" sz="1800" b="1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altLang="ru-RU" sz="1800" b="1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1E8AED93-8BEB-59D1-A826-252D1ECB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75" y="296863"/>
            <a:ext cx="1617663" cy="36830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 altLang="ru-RU"/>
          </a:p>
        </p:txBody>
      </p:sp>
      <p:pic>
        <p:nvPicPr>
          <p:cNvPr id="8197" name="Picture 14">
            <a:extLst>
              <a:ext uri="{FF2B5EF4-FFF2-40B4-BE49-F238E27FC236}">
                <a16:creationId xmlns:a16="http://schemas.microsoft.com/office/drawing/2014/main" id="{EAF8CD74-76A1-AC43-2DD4-71A7D7E05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260350"/>
            <a:ext cx="2276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13" descr="D:\Documents\Desktop\Лого Союзмаш для презентаций.png">
            <a:extLst>
              <a:ext uri="{FF2B5EF4-FFF2-40B4-BE49-F238E27FC236}">
                <a16:creationId xmlns:a16="http://schemas.microsoft.com/office/drawing/2014/main" id="{4E351E05-DBE8-00FD-79F2-0F263552F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0"/>
            <a:ext cx="83185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">
            <a:extLst>
              <a:ext uri="{FF2B5EF4-FFF2-40B4-BE49-F238E27FC236}">
                <a16:creationId xmlns:a16="http://schemas.microsoft.com/office/drawing/2014/main" id="{B33525E9-1791-42E6-7DAA-5A549D376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1262063"/>
            <a:ext cx="4667250" cy="428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9219" name="Rectangle 2">
            <a:extLst>
              <a:ext uri="{FF2B5EF4-FFF2-40B4-BE49-F238E27FC236}">
                <a16:creationId xmlns:a16="http://schemas.microsoft.com/office/drawing/2014/main" id="{A1A5A90B-E322-C53B-1877-95BCD82CB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1013" y="6450013"/>
            <a:ext cx="2317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45000" rIns="45720" bIns="45000" anchor="ctr"/>
          <a:lstStyle/>
          <a:p>
            <a:pPr algn="r">
              <a:lnSpc>
                <a:spcPct val="100000"/>
              </a:lnSpc>
            </a:pPr>
            <a:fld id="{2B25B2CE-AC13-0746-86F0-89ECFBB74939}" type="slidenum">
              <a:rPr lang="ru-RU" altLang="ru-RU" sz="1000">
                <a:solidFill>
                  <a:srgbClr val="888888"/>
                </a:solidFill>
                <a:latin typeface="Calibri" panose="020F0502020204030204" pitchFamily="34" charset="0"/>
              </a:rPr>
              <a:pPr algn="r">
                <a:lnSpc>
                  <a:spcPct val="100000"/>
                </a:lnSpc>
              </a:pPr>
              <a:t>3</a:t>
            </a:fld>
            <a:endParaRPr lang="ru-RU" altLang="ru-RU" sz="10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326E0B4-A779-540F-8A5B-FC3B620D4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2089150"/>
            <a:ext cx="5191125" cy="2592388"/>
          </a:xfrm>
          <a:prstGeom prst="rect">
            <a:avLst/>
          </a:prstGeom>
          <a:solidFill>
            <a:srgbClr val="40404C"/>
          </a:solidFill>
          <a:ln>
            <a:noFill/>
          </a:ln>
          <a:extLs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0644B2A5-7983-50EA-1E3D-960AF81E1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838" y="3208338"/>
            <a:ext cx="3614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7440" tIns="37440" rIns="37440" bIns="37440" anchor="ctr"/>
          <a:lstStyle>
            <a:lvl1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 eaLnBrk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</a:tabLs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eaLnBrk="1">
              <a:lnSpc>
                <a:spcPct val="100000"/>
              </a:lnSpc>
            </a:pPr>
            <a:r>
              <a:rPr lang="ru-RU" altLang="ru-RU" sz="2400">
                <a:solidFill>
                  <a:srgbClr val="FFFFFF"/>
                </a:solidFill>
                <a:latin typeface="Calibri Light" panose="020F0302020204030204" pitchFamily="34" charset="0"/>
              </a:rPr>
              <a:t>СПАСИБО ЗА ВНИМАНИЕ!</a:t>
            </a:r>
          </a:p>
        </p:txBody>
      </p:sp>
      <p:pic>
        <p:nvPicPr>
          <p:cNvPr id="9222" name="Picture 8">
            <a:extLst>
              <a:ext uri="{FF2B5EF4-FFF2-40B4-BE49-F238E27FC236}">
                <a16:creationId xmlns:a16="http://schemas.microsoft.com/office/drawing/2014/main" id="{6042028C-2E41-E467-0104-8CA6ACA2C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525" y="260350"/>
            <a:ext cx="22748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13" descr="D:\Documents\Desktop\Лого Союзмаш для презентаций.png">
            <a:extLst>
              <a:ext uri="{FF2B5EF4-FFF2-40B4-BE49-F238E27FC236}">
                <a16:creationId xmlns:a16="http://schemas.microsoft.com/office/drawing/2014/main" id="{4BF20C98-EA05-AC2C-80EF-DC7EBFFD6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0"/>
            <a:ext cx="83185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200" b="0" i="0" u="none" strike="noStrike" cap="none" normalizeH="0" baseline="0" smtClean="0">
            <a:ln>
              <a:noFill/>
            </a:ln>
            <a:effectLst/>
            <a:latin typeface="Times New Roman" pitchFamily="18" charset="0"/>
            <a:ea typeface="Microsoft YaHei" pitchFamily="34" charset="-122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30</Words>
  <Application>Microsoft Macintosh PowerPoint</Application>
  <PresentationFormat>Лист A4 (210x297 мм)</PresentationFormat>
  <Paragraphs>12</Paragraphs>
  <Slides>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3</vt:i4>
      </vt:variant>
    </vt:vector>
  </HeadingPairs>
  <TitlesOfParts>
    <vt:vector size="15" baseType="lpstr">
      <vt:lpstr>Times New Roman</vt:lpstr>
      <vt:lpstr>Microsoft YaHei</vt:lpstr>
      <vt:lpstr>Arial</vt:lpstr>
      <vt:lpstr>Stolzl</vt:lpstr>
      <vt:lpstr>Segoe UI</vt:lpstr>
      <vt:lpstr>Calibri Light</vt:lpstr>
      <vt:lpstr>Calibri</vt:lpstr>
      <vt:lpstr>Оформление по умолчанию</vt:lpstr>
      <vt:lpstr>1_Оформление по умолчанию</vt:lpstr>
      <vt:lpstr>2_Оформление по умолчанию</vt:lpstr>
      <vt:lpstr>3_Оформление по умолчанию</vt:lpstr>
      <vt:lpstr>4_Оформление по умолчанию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klient</dc:creator>
  <cp:lastModifiedBy>XKR</cp:lastModifiedBy>
  <cp:revision>14</cp:revision>
  <cp:lastPrinted>1601-01-01T00:00:00Z</cp:lastPrinted>
  <dcterms:created xsi:type="dcterms:W3CDTF">1601-01-01T00:00:00Z</dcterms:created>
  <dcterms:modified xsi:type="dcterms:W3CDTF">2026-06-03T02:15:02Z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Лист A4 (210x297 мм)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24</vt:i4>
  </property>
</Properties>
</file>